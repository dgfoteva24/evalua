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uce Bold" charset="1" panose="00000800000000000000"/>
      <p:regular r:id="rId12"/>
    </p:embeddedFont>
    <p:embeddedFont>
      <p:font typeface="Open Sauce" charset="1" panose="00000500000000000000"/>
      <p:regular r:id="rId13"/>
    </p:embeddedFont>
    <p:embeddedFont>
      <p:font typeface="Open Sauce Light" charset="1" panose="000004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20.png" Type="http://schemas.openxmlformats.org/officeDocument/2006/relationships/image"/><Relationship Id="rId16" Target="../media/image21.png" Type="http://schemas.openxmlformats.org/officeDocument/2006/relationships/image"/><Relationship Id="rId17" Target="../media/image22.png" Type="http://schemas.openxmlformats.org/officeDocument/2006/relationships/image"/><Relationship Id="rId18" Target="../media/image23.jpeg" Type="http://schemas.openxmlformats.org/officeDocument/2006/relationships/image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6.png" Type="http://schemas.openxmlformats.org/officeDocument/2006/relationships/image"/><Relationship Id="rId2" Target="../media/image7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2" Target="../media/image7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svg" Type="http://schemas.openxmlformats.org/officeDocument/2006/relationships/image"/><Relationship Id="rId17" Target="../media/image40.png" Type="http://schemas.openxmlformats.org/officeDocument/2006/relationships/image"/><Relationship Id="rId18" Target="../media/image41.png" Type="http://schemas.openxmlformats.org/officeDocument/2006/relationships/image"/><Relationship Id="rId19" Target="../media/image42.png" Type="http://schemas.openxmlformats.org/officeDocument/2006/relationships/image"/><Relationship Id="rId2" Target="../media/image7.jpeg" Type="http://schemas.openxmlformats.org/officeDocument/2006/relationships/image"/><Relationship Id="rId20" Target="../media/image43.svg" Type="http://schemas.openxmlformats.org/officeDocument/2006/relationships/image"/><Relationship Id="rId21" Target="../media/image44.png" Type="http://schemas.openxmlformats.org/officeDocument/2006/relationships/image"/><Relationship Id="rId22" Target="../media/image45.png" Type="http://schemas.openxmlformats.org/officeDocument/2006/relationships/image"/><Relationship Id="rId23" Target="../media/image46.png" Type="http://schemas.openxmlformats.org/officeDocument/2006/relationships/image"/><Relationship Id="rId24" Target="../media/image47.png" Type="http://schemas.openxmlformats.org/officeDocument/2006/relationships/image"/><Relationship Id="rId25" Target="../media/image48.png" Type="http://schemas.openxmlformats.org/officeDocument/2006/relationships/image"/><Relationship Id="rId26" Target="../media/image49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9461" y="7617419"/>
            <a:ext cx="12106646" cy="199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3"/>
              </a:lnSpc>
            </a:pPr>
            <a:r>
              <a:rPr lang="en-US" b="true" sz="22876" spc="-107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EVALUA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899574" y="-5247865"/>
            <a:ext cx="18303621" cy="18303621"/>
          </a:xfrm>
          <a:custGeom>
            <a:avLst/>
            <a:gdLst/>
            <a:ahLst/>
            <a:cxnLst/>
            <a:rect r="r" b="b" t="t" l="l"/>
            <a:pathLst>
              <a:path h="18303621" w="18303621">
                <a:moveTo>
                  <a:pt x="0" y="0"/>
                </a:moveTo>
                <a:lnTo>
                  <a:pt x="18303621" y="0"/>
                </a:lnTo>
                <a:lnTo>
                  <a:pt x="18303621" y="18303621"/>
                </a:lnTo>
                <a:lnTo>
                  <a:pt x="0" y="183036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12576" y="-2784462"/>
            <a:ext cx="12738868" cy="12738868"/>
          </a:xfrm>
          <a:custGeom>
            <a:avLst/>
            <a:gdLst/>
            <a:ahLst/>
            <a:cxnLst/>
            <a:rect r="r" b="b" t="t" l="l"/>
            <a:pathLst>
              <a:path h="12738868" w="12738868">
                <a:moveTo>
                  <a:pt x="0" y="0"/>
                </a:moveTo>
                <a:lnTo>
                  <a:pt x="12738868" y="0"/>
                </a:lnTo>
                <a:lnTo>
                  <a:pt x="12738868" y="12738868"/>
                </a:lnTo>
                <a:lnTo>
                  <a:pt x="0" y="127388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75207" y="-2683012"/>
            <a:ext cx="13173913" cy="13173913"/>
            <a:chOff x="0" y="0"/>
            <a:chExt cx="17565218" cy="175652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65243" cy="17565243"/>
            </a:xfrm>
            <a:custGeom>
              <a:avLst/>
              <a:gdLst/>
              <a:ahLst/>
              <a:cxnLst/>
              <a:rect r="r" b="b" t="t" l="l"/>
              <a:pathLst>
                <a:path h="17565243" w="17565243">
                  <a:moveTo>
                    <a:pt x="0" y="0"/>
                  </a:moveTo>
                  <a:lnTo>
                    <a:pt x="17565243" y="0"/>
                  </a:lnTo>
                  <a:lnTo>
                    <a:pt x="17565243" y="17565243"/>
                  </a:lnTo>
                  <a:lnTo>
                    <a:pt x="0" y="17565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-1249642" y="5223453"/>
            <a:ext cx="4556684" cy="414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7"/>
              </a:lnSpc>
            </a:pPr>
            <a:r>
              <a:rPr lang="en-US" sz="2640" spc="-14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Evalua  team​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935612" y="4951419"/>
            <a:ext cx="3450155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68"/>
              </a:lnSpc>
            </a:pPr>
            <a:r>
              <a:rPr lang="en-US" b="true" sz="1800" spc="-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 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768940">
            <a:off x="-1315098" y="-4221651"/>
            <a:ext cx="20918205" cy="18730293"/>
            <a:chOff x="0" y="0"/>
            <a:chExt cx="27890940" cy="24973724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7890977" cy="24973789"/>
            </a:xfrm>
            <a:custGeom>
              <a:avLst/>
              <a:gdLst/>
              <a:ahLst/>
              <a:cxnLst/>
              <a:rect r="r" b="b" t="t" l="l"/>
              <a:pathLst>
                <a:path h="24973789" w="27890977">
                  <a:moveTo>
                    <a:pt x="20250658" y="2"/>
                  </a:moveTo>
                  <a:lnTo>
                    <a:pt x="0" y="13582778"/>
                  </a:lnTo>
                  <a:lnTo>
                    <a:pt x="7640320" y="24973789"/>
                  </a:lnTo>
                  <a:lnTo>
                    <a:pt x="27890977" y="11391012"/>
                  </a:lnTo>
                  <a:lnTo>
                    <a:pt x="20250657" y="0"/>
                  </a:lnTo>
                  <a:close/>
                </a:path>
              </a:pathLst>
            </a:custGeom>
            <a:blipFill>
              <a:blip r:embed="rId2"/>
              <a:stretch>
                <a:fillRect l="-17155" t="0" r="-17155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4901965" y="-18403386"/>
            <a:ext cx="37752652" cy="37561276"/>
          </a:xfrm>
          <a:custGeom>
            <a:avLst/>
            <a:gdLst/>
            <a:ahLst/>
            <a:cxnLst/>
            <a:rect r="r" b="b" t="t" l="l"/>
            <a:pathLst>
              <a:path h="37561276" w="37752652">
                <a:moveTo>
                  <a:pt x="0" y="0"/>
                </a:moveTo>
                <a:lnTo>
                  <a:pt x="37752652" y="0"/>
                </a:lnTo>
                <a:lnTo>
                  <a:pt x="37752652" y="37561276"/>
                </a:lnTo>
                <a:lnTo>
                  <a:pt x="0" y="37561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18389" y="-3730895"/>
            <a:ext cx="19072527" cy="19072527"/>
          </a:xfrm>
          <a:custGeom>
            <a:avLst/>
            <a:gdLst/>
            <a:ahLst/>
            <a:cxnLst/>
            <a:rect r="r" b="b" t="t" l="l"/>
            <a:pathLst>
              <a:path h="19072527" w="19072527">
                <a:moveTo>
                  <a:pt x="0" y="0"/>
                </a:moveTo>
                <a:lnTo>
                  <a:pt x="19072526" y="0"/>
                </a:lnTo>
                <a:lnTo>
                  <a:pt x="19072526" y="19072527"/>
                </a:lnTo>
                <a:lnTo>
                  <a:pt x="0" y="190725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55774" y="3853977"/>
            <a:ext cx="4922453" cy="2579037"/>
          </a:xfrm>
          <a:custGeom>
            <a:avLst/>
            <a:gdLst/>
            <a:ahLst/>
            <a:cxnLst/>
            <a:rect r="r" b="b" t="t" l="l"/>
            <a:pathLst>
              <a:path h="2579037" w="4922453">
                <a:moveTo>
                  <a:pt x="0" y="0"/>
                </a:moveTo>
                <a:lnTo>
                  <a:pt x="4922454" y="0"/>
                </a:lnTo>
                <a:lnTo>
                  <a:pt x="4922454" y="2579037"/>
                </a:lnTo>
                <a:lnTo>
                  <a:pt x="0" y="25790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55774" y="7094210"/>
            <a:ext cx="4922453" cy="2579037"/>
          </a:xfrm>
          <a:custGeom>
            <a:avLst/>
            <a:gdLst/>
            <a:ahLst/>
            <a:cxnLst/>
            <a:rect r="r" b="b" t="t" l="l"/>
            <a:pathLst>
              <a:path h="2579037" w="4922453">
                <a:moveTo>
                  <a:pt x="0" y="0"/>
                </a:moveTo>
                <a:lnTo>
                  <a:pt x="4922454" y="0"/>
                </a:lnTo>
                <a:lnTo>
                  <a:pt x="4922454" y="2579037"/>
                </a:lnTo>
                <a:lnTo>
                  <a:pt x="0" y="25790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31258" y="3853977"/>
            <a:ext cx="4921120" cy="2579037"/>
          </a:xfrm>
          <a:custGeom>
            <a:avLst/>
            <a:gdLst/>
            <a:ahLst/>
            <a:cxnLst/>
            <a:rect r="r" b="b" t="t" l="l"/>
            <a:pathLst>
              <a:path h="2579037" w="4921120">
                <a:moveTo>
                  <a:pt x="0" y="0"/>
                </a:moveTo>
                <a:lnTo>
                  <a:pt x="4921120" y="0"/>
                </a:lnTo>
                <a:lnTo>
                  <a:pt x="4921120" y="2579037"/>
                </a:lnTo>
                <a:lnTo>
                  <a:pt x="0" y="25790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31258" y="7094210"/>
            <a:ext cx="4921120" cy="2579037"/>
          </a:xfrm>
          <a:custGeom>
            <a:avLst/>
            <a:gdLst/>
            <a:ahLst/>
            <a:cxnLst/>
            <a:rect r="r" b="b" t="t" l="l"/>
            <a:pathLst>
              <a:path h="2579037" w="4921120">
                <a:moveTo>
                  <a:pt x="0" y="0"/>
                </a:moveTo>
                <a:lnTo>
                  <a:pt x="4921120" y="0"/>
                </a:lnTo>
                <a:lnTo>
                  <a:pt x="4921120" y="2579037"/>
                </a:lnTo>
                <a:lnTo>
                  <a:pt x="0" y="25790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947170" y="3996042"/>
            <a:ext cx="2098377" cy="2319099"/>
            <a:chOff x="0" y="0"/>
            <a:chExt cx="2797835" cy="30921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7810" cy="3092069"/>
            </a:xfrm>
            <a:custGeom>
              <a:avLst/>
              <a:gdLst/>
              <a:ahLst/>
              <a:cxnLst/>
              <a:rect r="r" b="b" t="t" l="l"/>
              <a:pathLst>
                <a:path h="3092069" w="2797810">
                  <a:moveTo>
                    <a:pt x="1301877" y="0"/>
                  </a:moveTo>
                  <a:lnTo>
                    <a:pt x="1496060" y="0"/>
                  </a:lnTo>
                  <a:cubicBezTo>
                    <a:pt x="1841373" y="0"/>
                    <a:pt x="2172462" y="137160"/>
                    <a:pt x="2416556" y="381254"/>
                  </a:cubicBezTo>
                  <a:cubicBezTo>
                    <a:pt x="2660650" y="625348"/>
                    <a:pt x="2797810" y="956564"/>
                    <a:pt x="2797810" y="1301750"/>
                  </a:cubicBezTo>
                  <a:lnTo>
                    <a:pt x="2797810" y="1790192"/>
                  </a:lnTo>
                  <a:cubicBezTo>
                    <a:pt x="2797810" y="2509139"/>
                    <a:pt x="2215007" y="3092069"/>
                    <a:pt x="1495933" y="3092069"/>
                  </a:cubicBezTo>
                  <a:lnTo>
                    <a:pt x="1301877" y="3092069"/>
                  </a:lnTo>
                  <a:cubicBezTo>
                    <a:pt x="956564" y="3092069"/>
                    <a:pt x="625475" y="2954909"/>
                    <a:pt x="381381" y="2710815"/>
                  </a:cubicBezTo>
                  <a:cubicBezTo>
                    <a:pt x="137287" y="2466721"/>
                    <a:pt x="0" y="2135505"/>
                    <a:pt x="0" y="1790319"/>
                  </a:cubicBezTo>
                  <a:lnTo>
                    <a:pt x="0" y="1301877"/>
                  </a:lnTo>
                  <a:cubicBezTo>
                    <a:pt x="0" y="956564"/>
                    <a:pt x="137160" y="625475"/>
                    <a:pt x="381254" y="381254"/>
                  </a:cubicBezTo>
                  <a:cubicBezTo>
                    <a:pt x="625348" y="137033"/>
                    <a:pt x="956564" y="0"/>
                    <a:pt x="1301877" y="0"/>
                  </a:cubicBezTo>
                  <a:close/>
                </a:path>
              </a:pathLst>
            </a:custGeom>
            <a:blipFill>
              <a:blip r:embed="rId15"/>
              <a:stretch>
                <a:fillRect l="-5694" t="0" r="-5695" b="-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725701" y="3996042"/>
            <a:ext cx="2098377" cy="2319099"/>
            <a:chOff x="0" y="0"/>
            <a:chExt cx="2797835" cy="30921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7810" cy="3092069"/>
            </a:xfrm>
            <a:custGeom>
              <a:avLst/>
              <a:gdLst/>
              <a:ahLst/>
              <a:cxnLst/>
              <a:rect r="r" b="b" t="t" l="l"/>
              <a:pathLst>
                <a:path h="3092069" w="2797810">
                  <a:moveTo>
                    <a:pt x="1301877" y="0"/>
                  </a:moveTo>
                  <a:lnTo>
                    <a:pt x="1496060" y="0"/>
                  </a:lnTo>
                  <a:cubicBezTo>
                    <a:pt x="1841373" y="0"/>
                    <a:pt x="2172462" y="137160"/>
                    <a:pt x="2416556" y="381254"/>
                  </a:cubicBezTo>
                  <a:cubicBezTo>
                    <a:pt x="2660650" y="625348"/>
                    <a:pt x="2797810" y="956564"/>
                    <a:pt x="2797810" y="1301750"/>
                  </a:cubicBezTo>
                  <a:lnTo>
                    <a:pt x="2797810" y="1790192"/>
                  </a:lnTo>
                  <a:cubicBezTo>
                    <a:pt x="2797810" y="2509139"/>
                    <a:pt x="2215007" y="3092069"/>
                    <a:pt x="1495933" y="3092069"/>
                  </a:cubicBezTo>
                  <a:lnTo>
                    <a:pt x="1301877" y="3092069"/>
                  </a:lnTo>
                  <a:cubicBezTo>
                    <a:pt x="956564" y="3092069"/>
                    <a:pt x="625475" y="2954909"/>
                    <a:pt x="381381" y="2710815"/>
                  </a:cubicBezTo>
                  <a:cubicBezTo>
                    <a:pt x="137287" y="2466721"/>
                    <a:pt x="0" y="2135505"/>
                    <a:pt x="0" y="1790319"/>
                  </a:cubicBezTo>
                  <a:lnTo>
                    <a:pt x="0" y="1301877"/>
                  </a:lnTo>
                  <a:cubicBezTo>
                    <a:pt x="0" y="956564"/>
                    <a:pt x="137160" y="625475"/>
                    <a:pt x="381254" y="381254"/>
                  </a:cubicBezTo>
                  <a:cubicBezTo>
                    <a:pt x="625348" y="137033"/>
                    <a:pt x="956564" y="0"/>
                    <a:pt x="1301877" y="0"/>
                  </a:cubicBezTo>
                  <a:close/>
                </a:path>
              </a:pathLst>
            </a:custGeom>
            <a:blipFill>
              <a:blip r:embed="rId16"/>
              <a:stretch>
                <a:fillRect l="-5259" t="0" r="-5260" b="-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947170" y="7224179"/>
            <a:ext cx="2098377" cy="2319099"/>
            <a:chOff x="0" y="0"/>
            <a:chExt cx="2797835" cy="30921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7810" cy="3092069"/>
            </a:xfrm>
            <a:custGeom>
              <a:avLst/>
              <a:gdLst/>
              <a:ahLst/>
              <a:cxnLst/>
              <a:rect r="r" b="b" t="t" l="l"/>
              <a:pathLst>
                <a:path h="3092069" w="2797810">
                  <a:moveTo>
                    <a:pt x="1301877" y="0"/>
                  </a:moveTo>
                  <a:lnTo>
                    <a:pt x="1496060" y="0"/>
                  </a:lnTo>
                  <a:cubicBezTo>
                    <a:pt x="1841373" y="0"/>
                    <a:pt x="2172462" y="137160"/>
                    <a:pt x="2416556" y="381254"/>
                  </a:cubicBezTo>
                  <a:cubicBezTo>
                    <a:pt x="2660650" y="625348"/>
                    <a:pt x="2797810" y="956564"/>
                    <a:pt x="2797810" y="1301750"/>
                  </a:cubicBezTo>
                  <a:lnTo>
                    <a:pt x="2797810" y="1790192"/>
                  </a:lnTo>
                  <a:cubicBezTo>
                    <a:pt x="2797810" y="2509139"/>
                    <a:pt x="2215007" y="3092069"/>
                    <a:pt x="1495933" y="3092069"/>
                  </a:cubicBezTo>
                  <a:lnTo>
                    <a:pt x="1301877" y="3092069"/>
                  </a:lnTo>
                  <a:cubicBezTo>
                    <a:pt x="956564" y="3092069"/>
                    <a:pt x="625475" y="2954909"/>
                    <a:pt x="381381" y="2710815"/>
                  </a:cubicBezTo>
                  <a:cubicBezTo>
                    <a:pt x="137287" y="2466721"/>
                    <a:pt x="0" y="2135505"/>
                    <a:pt x="0" y="1790319"/>
                  </a:cubicBezTo>
                  <a:lnTo>
                    <a:pt x="0" y="1301877"/>
                  </a:lnTo>
                  <a:cubicBezTo>
                    <a:pt x="0" y="956564"/>
                    <a:pt x="137160" y="625475"/>
                    <a:pt x="381254" y="381254"/>
                  </a:cubicBezTo>
                  <a:cubicBezTo>
                    <a:pt x="625348" y="137033"/>
                    <a:pt x="956564" y="0"/>
                    <a:pt x="1301877" y="0"/>
                  </a:cubicBezTo>
                  <a:close/>
                </a:path>
              </a:pathLst>
            </a:custGeom>
            <a:blipFill>
              <a:blip r:embed="rId17"/>
              <a:stretch>
                <a:fillRect l="-9175" t="0" r="-9176" b="-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64227" y="7162705"/>
            <a:ext cx="2221344" cy="2442067"/>
            <a:chOff x="0" y="0"/>
            <a:chExt cx="2961792" cy="32560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2797810" cy="3092069"/>
            </a:xfrm>
            <a:custGeom>
              <a:avLst/>
              <a:gdLst/>
              <a:ahLst/>
              <a:cxnLst/>
              <a:rect r="r" b="b" t="t" l="l"/>
              <a:pathLst>
                <a:path h="3092069" w="2797810">
                  <a:moveTo>
                    <a:pt x="1301877" y="0"/>
                  </a:moveTo>
                  <a:lnTo>
                    <a:pt x="1496060" y="0"/>
                  </a:lnTo>
                  <a:cubicBezTo>
                    <a:pt x="1841373" y="0"/>
                    <a:pt x="2172462" y="137160"/>
                    <a:pt x="2416556" y="381254"/>
                  </a:cubicBezTo>
                  <a:cubicBezTo>
                    <a:pt x="2660650" y="625348"/>
                    <a:pt x="2797810" y="956564"/>
                    <a:pt x="2797810" y="1301750"/>
                  </a:cubicBezTo>
                  <a:lnTo>
                    <a:pt x="2797810" y="1790192"/>
                  </a:lnTo>
                  <a:cubicBezTo>
                    <a:pt x="2797810" y="2509139"/>
                    <a:pt x="2215007" y="3092069"/>
                    <a:pt x="1495933" y="3092069"/>
                  </a:cubicBezTo>
                  <a:lnTo>
                    <a:pt x="1301877" y="3092069"/>
                  </a:lnTo>
                  <a:cubicBezTo>
                    <a:pt x="956564" y="3092069"/>
                    <a:pt x="625475" y="2954909"/>
                    <a:pt x="381381" y="2710815"/>
                  </a:cubicBezTo>
                  <a:cubicBezTo>
                    <a:pt x="137287" y="2466721"/>
                    <a:pt x="0" y="2135505"/>
                    <a:pt x="0" y="1790319"/>
                  </a:cubicBezTo>
                  <a:lnTo>
                    <a:pt x="0" y="1301877"/>
                  </a:lnTo>
                  <a:cubicBezTo>
                    <a:pt x="0" y="956564"/>
                    <a:pt x="137160" y="625475"/>
                    <a:pt x="381254" y="381254"/>
                  </a:cubicBezTo>
                  <a:cubicBezTo>
                    <a:pt x="625348" y="137033"/>
                    <a:pt x="956564" y="0"/>
                    <a:pt x="1301877" y="0"/>
                  </a:cubicBezTo>
                  <a:close/>
                </a:path>
              </a:pathLst>
            </a:custGeom>
            <a:blipFill>
              <a:blip r:embed="rId18"/>
              <a:stretch>
                <a:fillRect l="-453" t="-32902" r="-5407" b="-37384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23337" cy="3117596"/>
            </a:xfrm>
            <a:custGeom>
              <a:avLst/>
              <a:gdLst/>
              <a:ahLst/>
              <a:cxnLst/>
              <a:rect r="r" b="b" t="t" l="l"/>
              <a:pathLst>
                <a:path h="3117596" w="2823337">
                  <a:moveTo>
                    <a:pt x="1314577" y="0"/>
                  </a:moveTo>
                  <a:lnTo>
                    <a:pt x="1508760" y="0"/>
                  </a:lnTo>
                  <a:lnTo>
                    <a:pt x="1508760" y="12700"/>
                  </a:lnTo>
                  <a:lnTo>
                    <a:pt x="1508760" y="0"/>
                  </a:lnTo>
                  <a:cubicBezTo>
                    <a:pt x="1857375" y="0"/>
                    <a:pt x="2191766" y="138557"/>
                    <a:pt x="2438273" y="385064"/>
                  </a:cubicBezTo>
                  <a:lnTo>
                    <a:pt x="2429256" y="394081"/>
                  </a:lnTo>
                  <a:lnTo>
                    <a:pt x="2438273" y="385064"/>
                  </a:lnTo>
                  <a:cubicBezTo>
                    <a:pt x="2684780" y="631571"/>
                    <a:pt x="2823337" y="965962"/>
                    <a:pt x="2823337" y="1314577"/>
                  </a:cubicBezTo>
                  <a:lnTo>
                    <a:pt x="2810637" y="1314577"/>
                  </a:lnTo>
                  <a:lnTo>
                    <a:pt x="2823337" y="1314577"/>
                  </a:lnTo>
                  <a:lnTo>
                    <a:pt x="2823337" y="1803019"/>
                  </a:lnTo>
                  <a:lnTo>
                    <a:pt x="2810637" y="1803019"/>
                  </a:lnTo>
                  <a:lnTo>
                    <a:pt x="2823337" y="1803019"/>
                  </a:lnTo>
                  <a:cubicBezTo>
                    <a:pt x="2823337" y="2529078"/>
                    <a:pt x="2234819" y="3117596"/>
                    <a:pt x="1508760" y="3117596"/>
                  </a:cubicBezTo>
                  <a:lnTo>
                    <a:pt x="1508760" y="3104896"/>
                  </a:lnTo>
                  <a:lnTo>
                    <a:pt x="1508760" y="3117596"/>
                  </a:lnTo>
                  <a:lnTo>
                    <a:pt x="1314577" y="3117596"/>
                  </a:lnTo>
                  <a:lnTo>
                    <a:pt x="1314577" y="3104896"/>
                  </a:lnTo>
                  <a:lnTo>
                    <a:pt x="1314577" y="3117596"/>
                  </a:lnTo>
                  <a:cubicBezTo>
                    <a:pt x="965962" y="3117596"/>
                    <a:pt x="631571" y="2979039"/>
                    <a:pt x="385064" y="2732532"/>
                  </a:cubicBezTo>
                  <a:lnTo>
                    <a:pt x="394081" y="2723515"/>
                  </a:lnTo>
                  <a:lnTo>
                    <a:pt x="385064" y="2732532"/>
                  </a:lnTo>
                  <a:cubicBezTo>
                    <a:pt x="138557" y="2486025"/>
                    <a:pt x="0" y="2151634"/>
                    <a:pt x="0" y="1803019"/>
                  </a:cubicBezTo>
                  <a:lnTo>
                    <a:pt x="12700" y="1803019"/>
                  </a:lnTo>
                  <a:lnTo>
                    <a:pt x="0" y="1803019"/>
                  </a:lnTo>
                  <a:lnTo>
                    <a:pt x="0" y="1314577"/>
                  </a:lnTo>
                  <a:lnTo>
                    <a:pt x="12700" y="1314577"/>
                  </a:lnTo>
                  <a:lnTo>
                    <a:pt x="0" y="1314577"/>
                  </a:lnTo>
                  <a:cubicBezTo>
                    <a:pt x="0" y="965962"/>
                    <a:pt x="138557" y="631571"/>
                    <a:pt x="385064" y="385064"/>
                  </a:cubicBezTo>
                  <a:lnTo>
                    <a:pt x="394081" y="394081"/>
                  </a:lnTo>
                  <a:lnTo>
                    <a:pt x="385064" y="385064"/>
                  </a:lnTo>
                  <a:cubicBezTo>
                    <a:pt x="631571" y="138557"/>
                    <a:pt x="965962" y="0"/>
                    <a:pt x="1314577" y="0"/>
                  </a:cubicBezTo>
                  <a:lnTo>
                    <a:pt x="1314577" y="12700"/>
                  </a:lnTo>
                  <a:lnTo>
                    <a:pt x="1314577" y="0"/>
                  </a:lnTo>
                  <a:moveTo>
                    <a:pt x="1314577" y="25400"/>
                  </a:moveTo>
                  <a:cubicBezTo>
                    <a:pt x="972693" y="25400"/>
                    <a:pt x="644779" y="161163"/>
                    <a:pt x="402971" y="402971"/>
                  </a:cubicBezTo>
                  <a:cubicBezTo>
                    <a:pt x="161163" y="644779"/>
                    <a:pt x="25400" y="972693"/>
                    <a:pt x="25400" y="1314577"/>
                  </a:cubicBezTo>
                  <a:lnTo>
                    <a:pt x="25400" y="1803019"/>
                  </a:lnTo>
                  <a:cubicBezTo>
                    <a:pt x="25400" y="2144903"/>
                    <a:pt x="161163" y="2472817"/>
                    <a:pt x="402971" y="2714625"/>
                  </a:cubicBezTo>
                  <a:cubicBezTo>
                    <a:pt x="644779" y="2956433"/>
                    <a:pt x="972693" y="3092196"/>
                    <a:pt x="1314577" y="3092196"/>
                  </a:cubicBezTo>
                  <a:lnTo>
                    <a:pt x="1508760" y="3092196"/>
                  </a:lnTo>
                  <a:cubicBezTo>
                    <a:pt x="2220722" y="3092196"/>
                    <a:pt x="2797937" y="2514981"/>
                    <a:pt x="2797937" y="1803019"/>
                  </a:cubicBezTo>
                  <a:lnTo>
                    <a:pt x="2797937" y="1314577"/>
                  </a:lnTo>
                  <a:cubicBezTo>
                    <a:pt x="2797937" y="972693"/>
                    <a:pt x="2662174" y="644779"/>
                    <a:pt x="2420366" y="402971"/>
                  </a:cubicBezTo>
                  <a:cubicBezTo>
                    <a:pt x="2178431" y="161163"/>
                    <a:pt x="1850644" y="25400"/>
                    <a:pt x="1508633" y="25400"/>
                  </a:cubicBezTo>
                  <a:lnTo>
                    <a:pt x="1314577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85414" y="1361932"/>
            <a:ext cx="15317172" cy="151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5"/>
              </a:lnSpc>
            </a:pPr>
            <a:r>
              <a:rPr lang="en-US" b="true" sz="10285" spc="-43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Our Team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17006" y="4250065"/>
            <a:ext cx="1706223" cy="104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8"/>
              </a:lnSpc>
            </a:pPr>
            <a:r>
              <a:rPr lang="en-US" b="true" sz="3545" spc="-148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Dimana Foteva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17006" y="7571975"/>
            <a:ext cx="2235337" cy="94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b="true" sz="3237" spc="-135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Vsevolod Bolotov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91823" y="4285498"/>
            <a:ext cx="2483587" cy="100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b="true" sz="3363" spc="-14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Mariela Apostolova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08332" y="7571975"/>
            <a:ext cx="2250577" cy="153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b="true" sz="3469" spc="-14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Rosica Velkova</a:t>
            </a:r>
          </a:p>
          <a:p>
            <a:pPr algn="l">
              <a:lnSpc>
                <a:spcPts val="4058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6217006" y="5598947"/>
            <a:ext cx="2882608" cy="71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5"/>
              </a:lnSpc>
            </a:pPr>
            <a:r>
              <a:rPr lang="en-US" sz="2129" spc="-47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Scrum Trainer</a:t>
            </a:r>
          </a:p>
          <a:p>
            <a:pPr algn="l">
              <a:lnSpc>
                <a:spcPts val="2895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6115412" y="8807244"/>
            <a:ext cx="2438505" cy="68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1963" spc="-45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Backend Developer</a:t>
            </a:r>
          </a:p>
          <a:p>
            <a:pPr algn="l">
              <a:lnSpc>
                <a:spcPts val="267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2000814" y="5560847"/>
            <a:ext cx="2474605" cy="71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0"/>
              </a:lnSpc>
            </a:pPr>
            <a:r>
              <a:rPr lang="en-US" sz="1992" spc="-4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Backend Developer</a:t>
            </a:r>
          </a:p>
          <a:p>
            <a:pPr algn="l">
              <a:lnSpc>
                <a:spcPts val="271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2108332" y="8888844"/>
            <a:ext cx="2031273" cy="68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</a:pPr>
            <a:r>
              <a:rPr lang="en-US" sz="1962" spc="-4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Quality Engineer</a:t>
            </a:r>
          </a:p>
          <a:p>
            <a:pPr algn="l">
              <a:lnSpc>
                <a:spcPts val="266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768940">
            <a:off x="-1315098" y="-4221651"/>
            <a:ext cx="20918205" cy="18730293"/>
            <a:chOff x="0" y="0"/>
            <a:chExt cx="27890940" cy="24973724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7890977" cy="24973789"/>
            </a:xfrm>
            <a:custGeom>
              <a:avLst/>
              <a:gdLst/>
              <a:ahLst/>
              <a:cxnLst/>
              <a:rect r="r" b="b" t="t" l="l"/>
              <a:pathLst>
                <a:path h="24973789" w="27890977">
                  <a:moveTo>
                    <a:pt x="20250658" y="2"/>
                  </a:moveTo>
                  <a:lnTo>
                    <a:pt x="0" y="13582778"/>
                  </a:lnTo>
                  <a:lnTo>
                    <a:pt x="7640320" y="24973789"/>
                  </a:lnTo>
                  <a:lnTo>
                    <a:pt x="27890977" y="11391012"/>
                  </a:lnTo>
                  <a:lnTo>
                    <a:pt x="20250657" y="0"/>
                  </a:lnTo>
                  <a:close/>
                </a:path>
              </a:pathLst>
            </a:custGeom>
            <a:blipFill>
              <a:blip r:embed="rId2"/>
              <a:stretch>
                <a:fillRect l="-17155" t="0" r="-17155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4632055" y="-24229076"/>
            <a:ext cx="35732514" cy="38302778"/>
          </a:xfrm>
          <a:custGeom>
            <a:avLst/>
            <a:gdLst/>
            <a:ahLst/>
            <a:cxnLst/>
            <a:rect r="r" b="b" t="t" l="l"/>
            <a:pathLst>
              <a:path h="38302778" w="35732514">
                <a:moveTo>
                  <a:pt x="0" y="0"/>
                </a:moveTo>
                <a:lnTo>
                  <a:pt x="35732514" y="0"/>
                </a:lnTo>
                <a:lnTo>
                  <a:pt x="35732514" y="38302778"/>
                </a:lnTo>
                <a:lnTo>
                  <a:pt x="0" y="38302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12828" y="-9600076"/>
            <a:ext cx="20051859" cy="20051859"/>
          </a:xfrm>
          <a:custGeom>
            <a:avLst/>
            <a:gdLst/>
            <a:ahLst/>
            <a:cxnLst/>
            <a:rect r="r" b="b" t="t" l="l"/>
            <a:pathLst>
              <a:path h="20051859" w="20051859">
                <a:moveTo>
                  <a:pt x="0" y="0"/>
                </a:moveTo>
                <a:lnTo>
                  <a:pt x="20051858" y="0"/>
                </a:lnTo>
                <a:lnTo>
                  <a:pt x="20051858" y="20051858"/>
                </a:lnTo>
                <a:lnTo>
                  <a:pt x="0" y="20051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3392" y="3673221"/>
            <a:ext cx="4922453" cy="2579037"/>
          </a:xfrm>
          <a:custGeom>
            <a:avLst/>
            <a:gdLst/>
            <a:ahLst/>
            <a:cxnLst/>
            <a:rect r="r" b="b" t="t" l="l"/>
            <a:pathLst>
              <a:path h="2579037" w="4922453">
                <a:moveTo>
                  <a:pt x="0" y="0"/>
                </a:moveTo>
                <a:lnTo>
                  <a:pt x="4922453" y="0"/>
                </a:lnTo>
                <a:lnTo>
                  <a:pt x="4922453" y="2579037"/>
                </a:lnTo>
                <a:lnTo>
                  <a:pt x="0" y="25790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3392" y="6796688"/>
            <a:ext cx="4922453" cy="2579037"/>
          </a:xfrm>
          <a:custGeom>
            <a:avLst/>
            <a:gdLst/>
            <a:ahLst/>
            <a:cxnLst/>
            <a:rect r="r" b="b" t="t" l="l"/>
            <a:pathLst>
              <a:path h="2579037" w="4922453">
                <a:moveTo>
                  <a:pt x="0" y="0"/>
                </a:moveTo>
                <a:lnTo>
                  <a:pt x="4922453" y="0"/>
                </a:lnTo>
                <a:lnTo>
                  <a:pt x="4922453" y="2579036"/>
                </a:lnTo>
                <a:lnTo>
                  <a:pt x="0" y="25790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363479" y="3673221"/>
            <a:ext cx="4921120" cy="2579037"/>
          </a:xfrm>
          <a:custGeom>
            <a:avLst/>
            <a:gdLst/>
            <a:ahLst/>
            <a:cxnLst/>
            <a:rect r="r" b="b" t="t" l="l"/>
            <a:pathLst>
              <a:path h="2579037" w="4921120">
                <a:moveTo>
                  <a:pt x="0" y="0"/>
                </a:moveTo>
                <a:lnTo>
                  <a:pt x="4921119" y="0"/>
                </a:lnTo>
                <a:lnTo>
                  <a:pt x="4921119" y="2579037"/>
                </a:lnTo>
                <a:lnTo>
                  <a:pt x="0" y="25790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363479" y="6796688"/>
            <a:ext cx="4921120" cy="2579037"/>
          </a:xfrm>
          <a:custGeom>
            <a:avLst/>
            <a:gdLst/>
            <a:ahLst/>
            <a:cxnLst/>
            <a:rect r="r" b="b" t="t" l="l"/>
            <a:pathLst>
              <a:path h="2579037" w="4921120">
                <a:moveTo>
                  <a:pt x="0" y="0"/>
                </a:moveTo>
                <a:lnTo>
                  <a:pt x="4921119" y="0"/>
                </a:lnTo>
                <a:lnTo>
                  <a:pt x="4921119" y="2579036"/>
                </a:lnTo>
                <a:lnTo>
                  <a:pt x="0" y="25790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655457" y="738007"/>
            <a:ext cx="10977886" cy="10977886"/>
            <a:chOff x="0" y="0"/>
            <a:chExt cx="14637182" cy="146371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7131" cy="14637131"/>
            </a:xfrm>
            <a:custGeom>
              <a:avLst/>
              <a:gdLst/>
              <a:ahLst/>
              <a:cxnLst/>
              <a:rect r="r" b="b" t="t" l="l"/>
              <a:pathLst>
                <a:path h="14637131" w="14637131">
                  <a:moveTo>
                    <a:pt x="0" y="0"/>
                  </a:moveTo>
                  <a:lnTo>
                    <a:pt x="14637131" y="0"/>
                  </a:lnTo>
                  <a:lnTo>
                    <a:pt x="14637131" y="14637131"/>
                  </a:lnTo>
                  <a:lnTo>
                    <a:pt x="0" y="14637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85414" y="725129"/>
            <a:ext cx="15317172" cy="151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5"/>
              </a:lnSpc>
            </a:pPr>
            <a:r>
              <a:rPr lang="en-US" b="true" sz="10285" spc="-43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About our project​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5414" y="4040448"/>
            <a:ext cx="2282419" cy="37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b="true" sz="2599" spc="-109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Service 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57194" y="4040448"/>
            <a:ext cx="2282419" cy="37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Service 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57194" y="7197176"/>
            <a:ext cx="2282419" cy="37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Service 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5414" y="7197176"/>
            <a:ext cx="2282419" cy="37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b="true" sz="2599" spc="-109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Service 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8091" y="4355154"/>
            <a:ext cx="4553064" cy="178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9"/>
              </a:lnSpc>
            </a:pPr>
            <a:r>
              <a:rPr lang="en-US" sz="2610" spc="-59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Evalua is designed to be an engaging school platform focused on mathematics education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56255" y="4355154"/>
            <a:ext cx="4553064" cy="178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9"/>
              </a:lnSpc>
            </a:pPr>
            <a:r>
              <a:rPr lang="en-US" sz="2610" spc="-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Including practice exercises, homework tasks, and tests drawn from categorized question banks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56255" y="7606170"/>
            <a:ext cx="4403989" cy="883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2525" spc="-5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Evalua is made to deliver an effective learning experience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8091" y="7511882"/>
            <a:ext cx="4463691" cy="1746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558" spc="-57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Featuring lessons on Trigonometry, Geometry, Algebra, Calculus, and Combinatorics.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768940">
            <a:off x="-1315098" y="-4221651"/>
            <a:ext cx="20918205" cy="18730293"/>
            <a:chOff x="0" y="0"/>
            <a:chExt cx="27890940" cy="24973724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7890977" cy="24973789"/>
            </a:xfrm>
            <a:custGeom>
              <a:avLst/>
              <a:gdLst/>
              <a:ahLst/>
              <a:cxnLst/>
              <a:rect r="r" b="b" t="t" l="l"/>
              <a:pathLst>
                <a:path h="24973789" w="27890977">
                  <a:moveTo>
                    <a:pt x="20250658" y="2"/>
                  </a:moveTo>
                  <a:lnTo>
                    <a:pt x="0" y="13582778"/>
                  </a:lnTo>
                  <a:lnTo>
                    <a:pt x="7640320" y="24973789"/>
                  </a:lnTo>
                  <a:lnTo>
                    <a:pt x="27890977" y="11391012"/>
                  </a:lnTo>
                  <a:lnTo>
                    <a:pt x="20250657" y="0"/>
                  </a:lnTo>
                  <a:close/>
                </a:path>
              </a:pathLst>
            </a:custGeom>
            <a:blipFill>
              <a:blip r:embed="rId2"/>
              <a:stretch>
                <a:fillRect l="-17155" t="0" r="-17155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4632055" y="-24229076"/>
            <a:ext cx="35732514" cy="38302778"/>
          </a:xfrm>
          <a:custGeom>
            <a:avLst/>
            <a:gdLst/>
            <a:ahLst/>
            <a:cxnLst/>
            <a:rect r="r" b="b" t="t" l="l"/>
            <a:pathLst>
              <a:path h="38302778" w="35732514">
                <a:moveTo>
                  <a:pt x="0" y="0"/>
                </a:moveTo>
                <a:lnTo>
                  <a:pt x="35732514" y="0"/>
                </a:lnTo>
                <a:lnTo>
                  <a:pt x="35732514" y="38302778"/>
                </a:lnTo>
                <a:lnTo>
                  <a:pt x="0" y="38302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12828" y="-9600076"/>
            <a:ext cx="20051859" cy="20051859"/>
          </a:xfrm>
          <a:custGeom>
            <a:avLst/>
            <a:gdLst/>
            <a:ahLst/>
            <a:cxnLst/>
            <a:rect r="r" b="b" t="t" l="l"/>
            <a:pathLst>
              <a:path h="20051859" w="20051859">
                <a:moveTo>
                  <a:pt x="0" y="0"/>
                </a:moveTo>
                <a:lnTo>
                  <a:pt x="20051858" y="0"/>
                </a:lnTo>
                <a:lnTo>
                  <a:pt x="20051858" y="20051858"/>
                </a:lnTo>
                <a:lnTo>
                  <a:pt x="0" y="20051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84511" y="2881361"/>
            <a:ext cx="5415416" cy="2837316"/>
          </a:xfrm>
          <a:custGeom>
            <a:avLst/>
            <a:gdLst/>
            <a:ahLst/>
            <a:cxnLst/>
            <a:rect r="r" b="b" t="t" l="l"/>
            <a:pathLst>
              <a:path h="2837316" w="5415416">
                <a:moveTo>
                  <a:pt x="0" y="0"/>
                </a:moveTo>
                <a:lnTo>
                  <a:pt x="5415416" y="0"/>
                </a:lnTo>
                <a:lnTo>
                  <a:pt x="5415416" y="2837317"/>
                </a:lnTo>
                <a:lnTo>
                  <a:pt x="0" y="2837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77898" y="6420984"/>
            <a:ext cx="5415416" cy="2837316"/>
          </a:xfrm>
          <a:custGeom>
            <a:avLst/>
            <a:gdLst/>
            <a:ahLst/>
            <a:cxnLst/>
            <a:rect r="r" b="b" t="t" l="l"/>
            <a:pathLst>
              <a:path h="2837316" w="5415416">
                <a:moveTo>
                  <a:pt x="0" y="0"/>
                </a:moveTo>
                <a:lnTo>
                  <a:pt x="5415416" y="0"/>
                </a:lnTo>
                <a:lnTo>
                  <a:pt x="5415416" y="2837316"/>
                </a:lnTo>
                <a:lnTo>
                  <a:pt x="0" y="28373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96953" y="2881361"/>
            <a:ext cx="5413949" cy="2837316"/>
          </a:xfrm>
          <a:custGeom>
            <a:avLst/>
            <a:gdLst/>
            <a:ahLst/>
            <a:cxnLst/>
            <a:rect r="r" b="b" t="t" l="l"/>
            <a:pathLst>
              <a:path h="2837316" w="5413949">
                <a:moveTo>
                  <a:pt x="0" y="0"/>
                </a:moveTo>
                <a:lnTo>
                  <a:pt x="5413949" y="0"/>
                </a:lnTo>
                <a:lnTo>
                  <a:pt x="5413949" y="2837317"/>
                </a:lnTo>
                <a:lnTo>
                  <a:pt x="0" y="28373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96953" y="6420984"/>
            <a:ext cx="5413949" cy="2837316"/>
          </a:xfrm>
          <a:custGeom>
            <a:avLst/>
            <a:gdLst/>
            <a:ahLst/>
            <a:cxnLst/>
            <a:rect r="r" b="b" t="t" l="l"/>
            <a:pathLst>
              <a:path h="2837316" w="5413949">
                <a:moveTo>
                  <a:pt x="0" y="0"/>
                </a:moveTo>
                <a:lnTo>
                  <a:pt x="5413949" y="0"/>
                </a:lnTo>
                <a:lnTo>
                  <a:pt x="5413949" y="2837316"/>
                </a:lnTo>
                <a:lnTo>
                  <a:pt x="0" y="283731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77039" y="728955"/>
            <a:ext cx="8734723" cy="153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5"/>
              </a:lnSpc>
            </a:pPr>
            <a:r>
              <a:rPr lang="en-US" b="true" sz="10285" spc="-43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Our progress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14805" y="3274886"/>
            <a:ext cx="2001395" cy="43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5"/>
              </a:lnSpc>
            </a:pPr>
            <a:r>
              <a:rPr lang="en-US" b="true" sz="2859" spc="-119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First step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30098" y="3274886"/>
            <a:ext cx="2064200" cy="43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5"/>
              </a:lnSpc>
            </a:pPr>
            <a:r>
              <a:rPr lang="en-US" b="true" sz="2859" spc="-11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Third step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30098" y="6851100"/>
            <a:ext cx="2201452" cy="43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5"/>
              </a:lnSpc>
            </a:pPr>
            <a:r>
              <a:rPr lang="en-US" b="true" sz="2859" spc="-11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Fourth step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08193" y="6851100"/>
            <a:ext cx="2480143" cy="43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5"/>
              </a:lnSpc>
            </a:pPr>
            <a:r>
              <a:rPr lang="en-US" b="true" sz="2859" spc="-119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Second step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87707" y="3605874"/>
            <a:ext cx="5009034" cy="147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2871" spc="-66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Team assembling - Building a team with the right skills for the project.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09035" y="3605874"/>
            <a:ext cx="5009034" cy="196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2871" spc="-6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Finalization - Completing the project and making final improvements.</a:t>
            </a:r>
          </a:p>
          <a:p>
            <a:pPr algn="l">
              <a:lnSpc>
                <a:spcPts val="3905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409035" y="7305823"/>
            <a:ext cx="4845029" cy="1877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7"/>
              </a:lnSpc>
            </a:pPr>
            <a:r>
              <a:rPr lang="en-US" sz="2777" spc="-61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</a:t>
            </a:r>
            <a:r>
              <a:rPr lang="en-US" sz="2777" spc="-61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resenting - Explaining and demonstrating the final project.</a:t>
            </a:r>
          </a:p>
          <a:p>
            <a:pPr algn="l">
              <a:lnSpc>
                <a:spcPts val="377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881094" y="7191613"/>
            <a:ext cx="4910711" cy="191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2815" spc="-61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Project developing - Developing and building the main parts of the project.</a:t>
            </a:r>
          </a:p>
          <a:p>
            <a:pPr algn="l">
              <a:lnSpc>
                <a:spcPts val="382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768940">
            <a:off x="-1315098" y="-4221651"/>
            <a:ext cx="20918205" cy="18730293"/>
            <a:chOff x="0" y="0"/>
            <a:chExt cx="27890940" cy="24973724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7890977" cy="24973789"/>
            </a:xfrm>
            <a:custGeom>
              <a:avLst/>
              <a:gdLst/>
              <a:ahLst/>
              <a:cxnLst/>
              <a:rect r="r" b="b" t="t" l="l"/>
              <a:pathLst>
                <a:path h="24973789" w="27890977">
                  <a:moveTo>
                    <a:pt x="20250658" y="2"/>
                  </a:moveTo>
                  <a:lnTo>
                    <a:pt x="0" y="13582778"/>
                  </a:lnTo>
                  <a:lnTo>
                    <a:pt x="7640320" y="24973789"/>
                  </a:lnTo>
                  <a:lnTo>
                    <a:pt x="27890977" y="11391012"/>
                  </a:lnTo>
                  <a:lnTo>
                    <a:pt x="20250657" y="0"/>
                  </a:lnTo>
                  <a:close/>
                </a:path>
              </a:pathLst>
            </a:custGeom>
            <a:blipFill>
              <a:blip r:embed="rId2"/>
              <a:stretch>
                <a:fillRect l="-17155" t="0" r="-17155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4901965" y="-18403386"/>
            <a:ext cx="37752652" cy="37561276"/>
          </a:xfrm>
          <a:custGeom>
            <a:avLst/>
            <a:gdLst/>
            <a:ahLst/>
            <a:cxnLst/>
            <a:rect r="r" b="b" t="t" l="l"/>
            <a:pathLst>
              <a:path h="37561276" w="37752652">
                <a:moveTo>
                  <a:pt x="0" y="0"/>
                </a:moveTo>
                <a:lnTo>
                  <a:pt x="37752652" y="0"/>
                </a:lnTo>
                <a:lnTo>
                  <a:pt x="37752652" y="37561276"/>
                </a:lnTo>
                <a:lnTo>
                  <a:pt x="0" y="37561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39" y="-3653876"/>
            <a:ext cx="18216753" cy="18216753"/>
          </a:xfrm>
          <a:custGeom>
            <a:avLst/>
            <a:gdLst/>
            <a:ahLst/>
            <a:cxnLst/>
            <a:rect r="r" b="b" t="t" l="l"/>
            <a:pathLst>
              <a:path h="18216753" w="18216753">
                <a:moveTo>
                  <a:pt x="0" y="0"/>
                </a:moveTo>
                <a:lnTo>
                  <a:pt x="18216753" y="0"/>
                </a:lnTo>
                <a:lnTo>
                  <a:pt x="18216753" y="18216753"/>
                </a:lnTo>
                <a:lnTo>
                  <a:pt x="0" y="182167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52075" y="7094210"/>
            <a:ext cx="2801436" cy="2579037"/>
          </a:xfrm>
          <a:custGeom>
            <a:avLst/>
            <a:gdLst/>
            <a:ahLst/>
            <a:cxnLst/>
            <a:rect r="r" b="b" t="t" l="l"/>
            <a:pathLst>
              <a:path h="2579037" w="2801436">
                <a:moveTo>
                  <a:pt x="0" y="0"/>
                </a:moveTo>
                <a:lnTo>
                  <a:pt x="2801436" y="0"/>
                </a:lnTo>
                <a:lnTo>
                  <a:pt x="2801436" y="2579037"/>
                </a:lnTo>
                <a:lnTo>
                  <a:pt x="0" y="25790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51200" y="7094210"/>
            <a:ext cx="2577970" cy="2579037"/>
          </a:xfrm>
          <a:custGeom>
            <a:avLst/>
            <a:gdLst/>
            <a:ahLst/>
            <a:cxnLst/>
            <a:rect r="r" b="b" t="t" l="l"/>
            <a:pathLst>
              <a:path h="2579037" w="2577970">
                <a:moveTo>
                  <a:pt x="0" y="0"/>
                </a:moveTo>
                <a:lnTo>
                  <a:pt x="2577970" y="0"/>
                </a:lnTo>
                <a:lnTo>
                  <a:pt x="2577970" y="2579037"/>
                </a:lnTo>
                <a:lnTo>
                  <a:pt x="0" y="25790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51200" y="3876585"/>
            <a:ext cx="2553662" cy="2579037"/>
          </a:xfrm>
          <a:custGeom>
            <a:avLst/>
            <a:gdLst/>
            <a:ahLst/>
            <a:cxnLst/>
            <a:rect r="r" b="b" t="t" l="l"/>
            <a:pathLst>
              <a:path h="2579037" w="2553662">
                <a:moveTo>
                  <a:pt x="0" y="0"/>
                </a:moveTo>
                <a:lnTo>
                  <a:pt x="2553662" y="0"/>
                </a:lnTo>
                <a:lnTo>
                  <a:pt x="2553662" y="2579036"/>
                </a:lnTo>
                <a:lnTo>
                  <a:pt x="0" y="25790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08049" y="7094210"/>
            <a:ext cx="2600344" cy="2579037"/>
          </a:xfrm>
          <a:custGeom>
            <a:avLst/>
            <a:gdLst/>
            <a:ahLst/>
            <a:cxnLst/>
            <a:rect r="r" b="b" t="t" l="l"/>
            <a:pathLst>
              <a:path h="2579037" w="2600344">
                <a:moveTo>
                  <a:pt x="0" y="0"/>
                </a:moveTo>
                <a:lnTo>
                  <a:pt x="2600344" y="0"/>
                </a:lnTo>
                <a:lnTo>
                  <a:pt x="2600344" y="2579037"/>
                </a:lnTo>
                <a:lnTo>
                  <a:pt x="0" y="25790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81513" y="3899187"/>
            <a:ext cx="2600963" cy="2579037"/>
          </a:xfrm>
          <a:custGeom>
            <a:avLst/>
            <a:gdLst/>
            <a:ahLst/>
            <a:cxnLst/>
            <a:rect r="r" b="b" t="t" l="l"/>
            <a:pathLst>
              <a:path h="2579037" w="2600963">
                <a:moveTo>
                  <a:pt x="0" y="0"/>
                </a:moveTo>
                <a:lnTo>
                  <a:pt x="2600963" y="0"/>
                </a:lnTo>
                <a:lnTo>
                  <a:pt x="2600963" y="2579037"/>
                </a:lnTo>
                <a:lnTo>
                  <a:pt x="0" y="257903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481513" y="4058212"/>
            <a:ext cx="2260987" cy="2260987"/>
            <a:chOff x="0" y="0"/>
            <a:chExt cx="3014650" cy="30146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14599" cy="3014599"/>
            </a:xfrm>
            <a:custGeom>
              <a:avLst/>
              <a:gdLst/>
              <a:ahLst/>
              <a:cxnLst/>
              <a:rect r="r" b="b" t="t" l="l"/>
              <a:pathLst>
                <a:path h="3014599" w="3014599">
                  <a:moveTo>
                    <a:pt x="0" y="0"/>
                  </a:moveTo>
                  <a:lnTo>
                    <a:pt x="3014599" y="0"/>
                  </a:lnTo>
                  <a:lnTo>
                    <a:pt x="3014599" y="3014599"/>
                  </a:lnTo>
                  <a:lnTo>
                    <a:pt x="0" y="3014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1" b="-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572054" y="7322058"/>
            <a:ext cx="2072345" cy="2072345"/>
            <a:chOff x="0" y="0"/>
            <a:chExt cx="2763126" cy="27631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63139" cy="2763139"/>
            </a:xfrm>
            <a:custGeom>
              <a:avLst/>
              <a:gdLst/>
              <a:ahLst/>
              <a:cxnLst/>
              <a:rect r="r" b="b" t="t" l="l"/>
              <a:pathLst>
                <a:path h="2763139" w="2763139">
                  <a:moveTo>
                    <a:pt x="0" y="0"/>
                  </a:moveTo>
                  <a:lnTo>
                    <a:pt x="2763139" y="0"/>
                  </a:lnTo>
                  <a:lnTo>
                    <a:pt x="2763139" y="2763139"/>
                  </a:lnTo>
                  <a:lnTo>
                    <a:pt x="0" y="2763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9364249" y="3853982"/>
            <a:ext cx="2487954" cy="2624242"/>
          </a:xfrm>
          <a:custGeom>
            <a:avLst/>
            <a:gdLst/>
            <a:ahLst/>
            <a:cxnLst/>
            <a:rect r="r" b="b" t="t" l="l"/>
            <a:pathLst>
              <a:path h="2624242" w="2487954">
                <a:moveTo>
                  <a:pt x="0" y="0"/>
                </a:moveTo>
                <a:lnTo>
                  <a:pt x="2487954" y="0"/>
                </a:lnTo>
                <a:lnTo>
                  <a:pt x="2487954" y="2624242"/>
                </a:lnTo>
                <a:lnTo>
                  <a:pt x="0" y="262424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0">
            <a:off x="9295438" y="3807443"/>
            <a:ext cx="2625576" cy="2625576"/>
            <a:chOff x="0" y="0"/>
            <a:chExt cx="3500768" cy="35007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00755" cy="3500755"/>
            </a:xfrm>
            <a:custGeom>
              <a:avLst/>
              <a:gdLst/>
              <a:ahLst/>
              <a:cxnLst/>
              <a:rect r="r" b="b" t="t" l="l"/>
              <a:pathLst>
                <a:path h="3500755" w="3500755">
                  <a:moveTo>
                    <a:pt x="0" y="0"/>
                  </a:moveTo>
                  <a:lnTo>
                    <a:pt x="3500755" y="0"/>
                  </a:lnTo>
                  <a:lnTo>
                    <a:pt x="3500755" y="3500755"/>
                  </a:lnTo>
                  <a:lnTo>
                    <a:pt x="0" y="3500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2948780" y="7094210"/>
            <a:ext cx="2553662" cy="2579037"/>
          </a:xfrm>
          <a:custGeom>
            <a:avLst/>
            <a:gdLst/>
            <a:ahLst/>
            <a:cxnLst/>
            <a:rect r="r" b="b" t="t" l="l"/>
            <a:pathLst>
              <a:path h="2579037" w="2553662">
                <a:moveTo>
                  <a:pt x="0" y="0"/>
                </a:moveTo>
                <a:lnTo>
                  <a:pt x="2553662" y="0"/>
                </a:lnTo>
                <a:lnTo>
                  <a:pt x="2553662" y="2579037"/>
                </a:lnTo>
                <a:lnTo>
                  <a:pt x="0" y="25790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3072624" y="7322058"/>
            <a:ext cx="2305983" cy="2305983"/>
            <a:chOff x="0" y="0"/>
            <a:chExt cx="3074645" cy="30746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74670" cy="3074670"/>
            </a:xfrm>
            <a:custGeom>
              <a:avLst/>
              <a:gdLst/>
              <a:ahLst/>
              <a:cxnLst/>
              <a:rect r="r" b="b" t="t" l="l"/>
              <a:pathLst>
                <a:path h="3074670" w="3074670">
                  <a:moveTo>
                    <a:pt x="0" y="0"/>
                  </a:moveTo>
                  <a:lnTo>
                    <a:pt x="3074670" y="0"/>
                  </a:lnTo>
                  <a:lnTo>
                    <a:pt x="3074670" y="3074670"/>
                  </a:lnTo>
                  <a:lnTo>
                    <a:pt x="0" y="307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276508" y="7232799"/>
            <a:ext cx="2302107" cy="2302107"/>
            <a:chOff x="0" y="0"/>
            <a:chExt cx="3069476" cy="30694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69463" cy="3069463"/>
            </a:xfrm>
            <a:custGeom>
              <a:avLst/>
              <a:gdLst/>
              <a:ahLst/>
              <a:cxnLst/>
              <a:rect r="r" b="b" t="t" l="l"/>
              <a:pathLst>
                <a:path h="3069463" w="3069463">
                  <a:moveTo>
                    <a:pt x="0" y="0"/>
                  </a:moveTo>
                  <a:lnTo>
                    <a:pt x="3069463" y="0"/>
                  </a:lnTo>
                  <a:lnTo>
                    <a:pt x="3069463" y="3069463"/>
                  </a:lnTo>
                  <a:lnTo>
                    <a:pt x="0" y="3069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690984" y="7322058"/>
            <a:ext cx="2123599" cy="2123599"/>
            <a:chOff x="0" y="0"/>
            <a:chExt cx="2831465" cy="28314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31465" cy="2831465"/>
            </a:xfrm>
            <a:custGeom>
              <a:avLst/>
              <a:gdLst/>
              <a:ahLst/>
              <a:cxnLst/>
              <a:rect r="r" b="b" t="t" l="l"/>
              <a:pathLst>
                <a:path h="2831465" w="2831465">
                  <a:moveTo>
                    <a:pt x="0" y="0"/>
                  </a:moveTo>
                  <a:lnTo>
                    <a:pt x="2831465" y="0"/>
                  </a:lnTo>
                  <a:lnTo>
                    <a:pt x="2831465" y="2831465"/>
                  </a:lnTo>
                  <a:lnTo>
                    <a:pt x="0" y="2831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2936626" y="3853982"/>
            <a:ext cx="2577970" cy="2579037"/>
          </a:xfrm>
          <a:custGeom>
            <a:avLst/>
            <a:gdLst/>
            <a:ahLst/>
            <a:cxnLst/>
            <a:rect r="r" b="b" t="t" l="l"/>
            <a:pathLst>
              <a:path h="2579037" w="2577970">
                <a:moveTo>
                  <a:pt x="0" y="0"/>
                </a:moveTo>
                <a:lnTo>
                  <a:pt x="2577970" y="0"/>
                </a:lnTo>
                <a:lnTo>
                  <a:pt x="2577970" y="2579036"/>
                </a:lnTo>
                <a:lnTo>
                  <a:pt x="0" y="25790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2876867" y="3830712"/>
            <a:ext cx="2625576" cy="2625576"/>
            <a:chOff x="0" y="0"/>
            <a:chExt cx="3500768" cy="35007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00755" cy="3500755"/>
            </a:xfrm>
            <a:custGeom>
              <a:avLst/>
              <a:gdLst/>
              <a:ahLst/>
              <a:cxnLst/>
              <a:rect r="r" b="b" t="t" l="l"/>
              <a:pathLst>
                <a:path h="3500755" w="3500755">
                  <a:moveTo>
                    <a:pt x="0" y="0"/>
                  </a:moveTo>
                  <a:lnTo>
                    <a:pt x="3500755" y="0"/>
                  </a:lnTo>
                  <a:lnTo>
                    <a:pt x="3500755" y="3500755"/>
                  </a:lnTo>
                  <a:lnTo>
                    <a:pt x="0" y="3500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6276508" y="3977394"/>
            <a:ext cx="2377417" cy="2377417"/>
          </a:xfrm>
          <a:custGeom>
            <a:avLst/>
            <a:gdLst/>
            <a:ahLst/>
            <a:cxnLst/>
            <a:rect r="r" b="b" t="t" l="l"/>
            <a:pathLst>
              <a:path h="2377417" w="2377417">
                <a:moveTo>
                  <a:pt x="0" y="0"/>
                </a:moveTo>
                <a:lnTo>
                  <a:pt x="2377417" y="0"/>
                </a:lnTo>
                <a:lnTo>
                  <a:pt x="2377417" y="2377417"/>
                </a:lnTo>
                <a:lnTo>
                  <a:pt x="0" y="237741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05304" y="333223"/>
            <a:ext cx="17014212" cy="275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47"/>
              </a:lnSpc>
            </a:pPr>
            <a:r>
              <a:rPr lang="en-US" b="true" sz="9356" spc="-39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Used softwares and programmes and languages​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919736" y="-3568598"/>
            <a:ext cx="20267600" cy="20267600"/>
          </a:xfrm>
          <a:custGeom>
            <a:avLst/>
            <a:gdLst/>
            <a:ahLst/>
            <a:cxnLst/>
            <a:rect r="r" b="b" t="t" l="l"/>
            <a:pathLst>
              <a:path h="20267600" w="20267600">
                <a:moveTo>
                  <a:pt x="0" y="0"/>
                </a:moveTo>
                <a:lnTo>
                  <a:pt x="20267600" y="0"/>
                </a:lnTo>
                <a:lnTo>
                  <a:pt x="20267600" y="20267599"/>
                </a:lnTo>
                <a:lnTo>
                  <a:pt x="0" y="20267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03771" y="-239106"/>
            <a:ext cx="13608625" cy="13608625"/>
          </a:xfrm>
          <a:custGeom>
            <a:avLst/>
            <a:gdLst/>
            <a:ahLst/>
            <a:cxnLst/>
            <a:rect r="r" b="b" t="t" l="l"/>
            <a:pathLst>
              <a:path h="13608625" w="13608625">
                <a:moveTo>
                  <a:pt x="0" y="0"/>
                </a:moveTo>
                <a:lnTo>
                  <a:pt x="13608625" y="0"/>
                </a:lnTo>
                <a:lnTo>
                  <a:pt x="13608625" y="13608625"/>
                </a:lnTo>
                <a:lnTo>
                  <a:pt x="0" y="1360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54511" y="3198285"/>
            <a:ext cx="14378978" cy="493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32"/>
              </a:lnSpc>
            </a:pPr>
            <a:r>
              <a:rPr lang="en-US" b="true" sz="16200" spc="-76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Now let’s move onto the project…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DAHEsfjqFME</dc:identifier>
  <dcterms:modified xsi:type="dcterms:W3CDTF">2011-08-01T06:04:30Z</dcterms:modified>
  <cp:revision>1</cp:revision>
  <dc:title>Evalua.pptx</dc:title>
</cp:coreProperties>
</file>